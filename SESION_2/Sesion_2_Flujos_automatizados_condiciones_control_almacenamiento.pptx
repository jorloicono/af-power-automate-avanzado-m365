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§4.7.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correcta: C.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7269480" y="1294711"/>
            <a:ext cx="4572000" cy="4268577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home/claude/assets2/fo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9208" y="1404439"/>
            <a:ext cx="4352544" cy="40491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914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 AVANZADO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417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C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automatizados: condiciones, control y almacenamiento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condiciones, Switch, bucles y operaciones de datos, gestión de errores y dónde guardar la información.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9893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· 3 demos guiadas · 2 prácticas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el flujo decida y recuerde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680960"/>
                <a:gridCol w="146304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Repaso de la Sesión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A · Variables y condiciones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D2.1 · Variables y condiciones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P2.1 · Forms a Excel con variables y condiciones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Descanso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B · Bucles, Switch y operaciones de datos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D2.2 · Bucles, Switch y operaciones de datos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C · Control de errores y almacenamiento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D2.3 · Errores y almacenamiento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6C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P2.2 · Bucles, Switch y control de errores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A6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Práctica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vimos en la Sesión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flujo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Automatizado, instantáneo y programado.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Conectores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Estándar, premium y personalizados; DLP.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Anatomía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Desencadenador, acciones y contenido dinámico.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Expresiones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formatDateTime, convertFromUtc, concat, mul…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y condiciones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variable y su ciclo de vida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frente a Redactar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simples, compuestas y anidadas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contenedor que el flujo puede leer y modificar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siempre se inicializan al principio del flujo, fuera de bucles y condiciones.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aprobación, resumen de correos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Entero · Flotante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Contadores, importes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filas procesadas,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o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Correos de los destinatarios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Estructuras JSON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de un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operaciones con variables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Inicializar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principio del flujo: nombre, tipo y valor inicial.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Establecer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 el valor por uno nuevo.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Incrementar o reducir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contadores numéricos.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Anexar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 texto a una cadena o un elemento a una matriz.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de decisión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Verdadero y rama Falso.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Compuestas: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filas con Y u 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Anidadas: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condición dentro de otra para tramos.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0F1B2A"/>
          </a:solidFill>
          <a:ln w="12700">
            <a:solidFill>
              <a:srgbClr val="0F1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Importe &gt; 1000         → Dirección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no, Importe &gt; 100   → Responsable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no                  → Automática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 expresión: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if(greater(variables('varImporte'), 1000), 'Dirección',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if(greater(variables('varImporte'), 100), 'Responsable', 'Automática'))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D2.1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y condiciones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flujo instantáneo con un importe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 varNivel y varTotal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con otra anidada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y anexar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al inicializar dentro de una condición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en el historial qué rama se siguió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 clave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lo que cambia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Redactar: lo que se calcula una vez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Inicializar siempre arriba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P2.1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Microsoft Forms a Excel con variables y condiciones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· Archivo: DATOS/Solicitudes_Material.xlsx · Guía: SESION_2/PRACTICAS/P2.1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solicitud de material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Desencadenador y detalles de la respuesta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varNivel, varId y varImporte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Numeración correlativa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anidadas por importe y urgencia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en Excel y acuse de recibo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498080" y="2238895"/>
            <a:ext cx="4114800" cy="3843250"/>
          </a:xfrm>
          <a:prstGeom prst="roundRect">
            <a:avLst>
              <a:gd name="adj" fmla="val 2855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0" descr="/home/claude/assets2/fo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2348623"/>
            <a:ext cx="3895344" cy="362379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6C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4592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· 10 minutos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206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vuelta: bucles, Switch y cómo evitar que un error pase desapercibido.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Bucles, Switch y operaciones de datos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 cada uno y Hacer hasta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para varias opciones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Filtrar, seleccionar y crear tablas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Simultaneidad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Repetir y elegir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↻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a cada uno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acciones para cada elemento de una matriz: cada correo, cada fila, cada adjunto.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⟳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Hacer hasta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Repite hasta que se cumpla una condición, con límite de iteraciones y de tiempo.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⇶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una rama según un valor exacto, con caso predeterminado.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52560" y="2148840"/>
            <a:ext cx="2560320" cy="338328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0" y="2423160"/>
            <a:ext cx="566928" cy="56692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∥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108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Ramas paralelas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794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que se ejecutan a la vez y se reúnen después.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bucles, flujos más rápidos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Filtrar matriz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Deja solo los elementos que cumplen una condición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Correos con «reunirse ahora»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Seleccionar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Elige y renombra columnas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remitente y asunto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tabla HTML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Convierte una matriz en tabla para un correo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Resumen semanal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tabla 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Convierte una matriz en 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Exportación a un archivo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Convierte una matriz en texto con separador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correos separados por 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 o construye un valor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expresión intermedia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D2.2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Bucles, Switch y operaciones de datos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lista Informe de daños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elementos y el bucle automático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matriz, Seleccionar y Crear tabla HTML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la tabla por correo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sobre una columna de elección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hasta con contador y límites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Simultaneidad de Aplicar a cada uno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práctica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antes de recorrer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uses simultaneidad si modificas variables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para valores exactos, condición para rangos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737360"/>
            <a:ext cx="2377440" cy="2377440"/>
          </a:xfrm>
          <a:prstGeom prst="ellipse">
            <a:avLst/>
          </a:prstGeom>
          <a:solidFill>
            <a:srgbClr val="0F6CBD"/>
          </a:solidFill>
          <a:ln w="25400">
            <a:solidFill>
              <a:srgbClr val="7FB3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7373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3657600" y="1645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errores y almacenamiento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1089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ejecución posterior y reintentos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Ámbitos y patrón Try–Catch–Finally</a:t>
            </a:r>
            <a:endParaRPr lang="en-US" sz="17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6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SharePoint, OneDrive y Dataverse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ERRORES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patrón Try–Catch–Finally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acciones; si una falla, falla el ámbito.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si Try ha fallado o agotado el tiempo.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Finally: </a:t>
            </a:r>
            <a:r>
              <a:rPr lang="en-US" sz="15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siempre, también si Catch queda omitido.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0F1B2A"/>
          </a:solidFill>
          <a:ln w="12700">
            <a:solidFill>
              <a:srgbClr val="0F1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     → acciones del proceso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   → ejecutar después de: Try ha fallado · tiempo agotado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Filtrar result('Try') por status = 'Failed'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Avisar con el error y el enlace a la ejecución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Finalizar (Error)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2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  → ejecutar después de: correcto · fallido · omitido · tiempo agotado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guarda el flujo la información?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8912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Online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sencillos que el usuario ya conoce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Tabla obligatoria, 256 filas por defecto al leer, bloqueos si está abierto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SharePoint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compartidos con permisos y desencadenadores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Diseñar bien las columnas y la delegación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OneDrive / bibliotecas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Archivos: adjuntos, informes, CSV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es una base de datos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Dataverse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relacionales y seguridad por roles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Licencia 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D2.3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y almacenamiento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minutos · ámbitos y tres destinos de datos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con una acción que falla a propósito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ejecución posterior de Catch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result('Try') y correo con el enlace a la ejecución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Directiva de reintentos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SharePoint, OneDrive y Excel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C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Mensaje clave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sin aviso es un error que nadie arregla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en rojo aunque se haya gestionado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destino según uso y volumen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P2.2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Procesar listas con bucles, Switch y control de errores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· Archivo: DATOS/Log_Correos.xlsx · Guía: SESION_2/PRACTICAS/P2.2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programado cada 30 minutos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Ámbitos Try, Catch y Finally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matriz antes del bucle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por importancia dentro del bucle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Excel y contador</a:t>
            </a:r>
            <a:endParaRPr lang="en-US" sz="145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error con la acción fallida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3891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D6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523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en modo avanzado empieza por @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debe aceptar el estado omitido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en inglés: high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debe inicializarse una variable?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bucle donde se usa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principio del flujo, en el nivel superior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una condición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cualquier sitio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COMPRUEBA LO APRENDIDO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Quieres ejecutar acciones solo si un bloque falla. ¿Qué configuras?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854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1854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574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directiva de reintentos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998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998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971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simultaneidad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142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142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ejecución posterior: ha fallado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5FC"/>
          </a:solidFill>
          <a:ln w="9525">
            <a:solidFill>
              <a:srgbClr val="D6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928616"/>
            <a:ext cx="521208" cy="521208"/>
          </a:xfrm>
          <a:prstGeom prst="ellipse">
            <a:avLst/>
          </a:prstGeom>
          <a:solidFill>
            <a:srgbClr val="0F6CB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928616"/>
            <a:ext cx="5212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00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Switch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te llevas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659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para lo que cambia; condiciones y Switch para decidir.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26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antes de recorrer y usa las operaciones de datos.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0F6CBD"/>
          </a:solidFill>
          <a:ln w="19050">
            <a:solidFill>
              <a:srgbClr val="7FB3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86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Try–Catch–Finally para que ningún error pase desapercibido; elige bien dónde guardar.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0F6CB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Outlook, Teams, tarjetas adaptables y aprobaciones.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Power Automate avanzado · Sesión 2 · Condiciones, control y almacenamiento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5855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Curso Power Automate avanzado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2 · Flujos automatizados</dc:title>
  <dc:subject>PptxGenJS Presentation</dc:subject>
  <dc:creator>Jorge</dc:creator>
  <cp:lastModifiedBy>Jorge</cp:lastModifiedBy>
  <cp:revision>1</cp:revision>
  <dcterms:created xsi:type="dcterms:W3CDTF">2026-09-22T06:35:24Z</dcterms:created>
  <dcterms:modified xsi:type="dcterms:W3CDTF">2026-09-22T06:35:24Z</dcterms:modified>
</cp:coreProperties>
</file>