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2221184"/>
            <a:ext cx="4572000" cy="2415633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2/flujo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330912"/>
            <a:ext cx="4352544" cy="2196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AVANZADO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proyectos y caso práctico final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con Planner para gestionar proyectos, cómo planificar un proyecto de automatización y una solución de extremo a extremo.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Planificar, construir y entregar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Planner y gestión de proyectos con Power Automate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D4.1 · Planner con Power Automate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P4.1 · Excel a Planner y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Planificar un proyecto de automatización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D4.2 · Recordatorio programado de 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D4.3 · Soluciones, gobierno y documentación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P4.2 · Planificación y caso final integrador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del curso y evaluación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buzones compartidos y condiciones anti-bucle.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Canal, chat, menciones y tarjetas adaptables.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Aprobaciones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niveles y el valor Approve.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Solicitante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por, no Obtener mi perfil.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y gestión de proyectos con Power Automate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Planes, depósitos y tareas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Planner en Power Automate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Planner → Teams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automático de tareas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PLANNER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tareas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a un grupo de Microsoft 365 y se integra como pestaña en Teams.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Depósitos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para organizar: por departamento, fase o tipo de trabajo.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Responsables, fechas, prioridad, etiquetas, descripción y lista de comprobación.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asignan tareas a miembros del grupo del plan.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PLANNER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y desencadenadores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Título, depósito, fechas y asignaciones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los detalles de la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y lista de comprobación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Progreso, fechas, responsables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Enumerar tareas · Enumerar depósitos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Informes y búsqueda del depósito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Desencadenador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se crea una tarea · Cuando se completa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Reaccionar al trabajo del equipo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para el gestor, Planner para el equipo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Excel centraliza la visión global; el flujo convierte cada fila nueva en trabajo asignado y avisa en Teams.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lo pendiente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programado con filtro Procesado ne 'Sí' y fechas en ISO 8601.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8160" y="242316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69748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24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3832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y detallar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02480" y="406908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en el depósito del departamento, con descripción y checklist.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7680" y="242316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69748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20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33832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y avisar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406908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procesada con el Id. de tarea y mención al responsable en Teams.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con Power Automate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plan del curso en Teams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depósitos y campos de una tarea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tarea desde un flujo instantáneo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lista de comprobación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depósitos y Filtrar matriz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Cuando se completa una tarea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«Excel: cuando se crea una fila»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Excel: formato ISO 8601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miembros del grupo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P4.1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Excel a Planner y Teams: alta automática de proyectos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· Archivo: DATOS/Proyectos.xlsx · Guía: SESION_4/PRACTICAS/P4.1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 cuatro depósitos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filas pendientes con filtro e ISO 8601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por departamento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con responsable, fechas y checklist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la fila como procesada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Mención al responsable en Teams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por fila nueva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 en la segunda ejecución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correctas en Planner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10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cómo se planifica un proyecto de automatización antes de construirlo.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 un proyecto de automatización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procesos automatizar primero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antes de construir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Entornos, soluciones y convenciones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supervisión y métricas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proceso automatizo primero?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señal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 y volumen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repite a diario o semanalmente, muchas veces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claras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 describir con «si pasa esto, haz aquello»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digitales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información ya está en correo, Excel, SharePoint o 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Ahorra tiempo, reduce errores o acelera una respuesta al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fallo se detecta y se corrige sin consecuencias graves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documento de diseño en cinco preguntas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inicia?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1444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y filtros.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16352" y="214884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9067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31089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 qué datos?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794760"/>
            <a:ext cx="1444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Origen, destino y quién los consulta.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84064" y="214884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5838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58384" y="31089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reglas?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58384" y="3794760"/>
            <a:ext cx="1444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responsables, plazos.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51776" y="214884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6096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6096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31089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falla?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794760"/>
            <a:ext cx="1444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a quién se avisa.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19488" y="214884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93808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93808" y="31089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lo mido?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3794760"/>
            <a:ext cx="1444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y métricas de ahorro.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MANTENER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flujo personal a la solución de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Entornos y soluciones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Desarrollo, prueba y producción; soluciones con referencias de conexión y variables de entorno.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Convenciones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Prefijos en los flujos (OPS -) y nombres descriptivos en cada acción.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Copropietarios y, si procede, cuentas de servicio para las conexiones.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Supervisión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análisis, avisos de error y documentación del flujo.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Y COLABORAR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Copropietarios y usuarios de solo ejecución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66043"/>
            <a:ext cx="5394960" cy="2120275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2/copropie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739195"/>
            <a:ext cx="5248656" cy="19739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Copropiedad: editar y mantener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243482" y="1508760"/>
            <a:ext cx="3343836" cy="4434840"/>
          </a:xfrm>
          <a:prstGeom prst="roundRect">
            <a:avLst>
              <a:gd name="adj" fmla="val 3282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2/solo_ejecu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634" y="1581912"/>
            <a:ext cx="3197532" cy="42885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961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ejecución: usar sin editar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Recordatorio programado de tareas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flujo programado semanal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tareas del plan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las no completadas que vencen esta semana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y Crear tabla HTML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en el canal y enviar por correo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Expresión del filtro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@and(less(item()?['percentComplete'], 100),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lessOrEquals(item()?['dueDateTime'], addDays(utcNow(), 7)))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Soluciones, gobierno y documentación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portal y Centro de administración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solución y agregar flujos existentes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de conexión y variables de entorno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administrada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Descripción, propietarios y análisis del flujo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Entornos, DLP e inventario en el Centro de administración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diseño de la práctica final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3338884"/>
            <a:ext cx="4114800" cy="1643271"/>
          </a:xfrm>
          <a:prstGeom prst="roundRect">
            <a:avLst>
              <a:gd name="adj" fmla="val 667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entor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448612"/>
            <a:ext cx="3895344" cy="142381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P4.2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 y construir una solución de extremo a extremo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 · Archivos: DATOS/Registro_Operaciones.xlsx y Plantilla_Diseno_Automatizacion.md · Guía: SESION_4/PRACTICAS/P4.2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diseño en parejas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y convención de nombres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palabras clave o con IA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Excel y tarea en Planner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y respuesta al cliente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Try–Catch–Finally, copropietario y exportación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seis pasos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del correo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operativa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equipo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al cliente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 que las filas nuevas de un Excel creen tareas cada día. ¿Qué usas?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cuando se crea una fila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programado que lee las filas no procesadas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de escritorio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aprobación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propietario de un flujo crítico deja la empresa. ¿Qué lo habría evitado?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simultaneidad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copropietario y una solución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filtro de asunto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Switch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botón a una solución completa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y Power Automate convierten registros en trabajo asignado y seguido.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de automatización se planifica: diseño, excepciones, pruebas y métricas.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Soluciones, convenciones y copropietarios para que el flujo sobreviva en producción.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PL-900, Power Automate para escritorio y AI Builder.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4 · Planificación de proyectos y caso práctico final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Curso Power Automate avanzado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· Planificación de proyectos y caso final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